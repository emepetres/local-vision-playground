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29" r:id="rId1"/>
    <p:sldMasterId id="2147484310" r:id="rId2"/>
  </p:sldMasterIdLst>
  <p:notesMasterIdLst>
    <p:notesMasterId r:id="rId7"/>
  </p:notesMasterIdLst>
  <p:handoutMasterIdLst>
    <p:handoutMasterId r:id="rId8"/>
  </p:handoutMasterIdLst>
  <p:sldIdLst>
    <p:sldId id="1543" r:id="rId3"/>
    <p:sldId id="1482" r:id="rId4"/>
    <p:sldId id="1488" r:id="rId5"/>
    <p:sldId id="1542" r:id="rId6"/>
  </p:sldIdLst>
  <p:sldSz cx="12436475" cy="6994525"/>
  <p:notesSz cx="6858000" cy="9144000"/>
  <p:custDataLst>
    <p:tags r:id="rId9"/>
  </p:custDataLst>
  <p:defaultTextStyle>
    <a:defPPr>
      <a:defRPr lang="en-US"/>
    </a:defPPr>
    <a:lvl1pPr marL="0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66371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32742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99113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65484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33185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2" name="Author" initials="A" lastIdx="0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A1E2"/>
    <a:srgbClr val="05E600"/>
    <a:srgbClr val="26FF21"/>
    <a:srgbClr val="21FF66"/>
    <a:srgbClr val="001344"/>
    <a:srgbClr val="E3C038"/>
    <a:srgbClr val="0078D7"/>
    <a:srgbClr val="000000"/>
    <a:srgbClr val="FFFFFF"/>
    <a:srgbClr val="592C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82" autoAdjust="0"/>
    <p:restoredTop sz="94673"/>
  </p:normalViewPr>
  <p:slideViewPr>
    <p:cSldViewPr snapToGrid="0">
      <p:cViewPr varScale="1">
        <p:scale>
          <a:sx n="113" d="100"/>
          <a:sy n="113" d="100"/>
        </p:scale>
        <p:origin x="19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832" y="17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Rodríguez" userId="c2398672056875bc" providerId="LiveId" clId="{A26C1584-1D7D-5036-BC5E-3A41FB6067DA}"/>
    <pc:docChg chg="undo custSel modSld">
      <pc:chgData name="David Rodríguez" userId="c2398672056875bc" providerId="LiveId" clId="{A26C1584-1D7D-5036-BC5E-3A41FB6067DA}" dt="2026-09-14T18:40:59.609" v="19" actId="1076"/>
      <pc:docMkLst>
        <pc:docMk/>
      </pc:docMkLst>
      <pc:sldChg chg="addSp delSp modSp mod">
        <pc:chgData name="David Rodríguez" userId="c2398672056875bc" providerId="LiveId" clId="{A26C1584-1D7D-5036-BC5E-3A41FB6067DA}" dt="2026-09-14T18:40:59.609" v="19" actId="1076"/>
        <pc:sldMkLst>
          <pc:docMk/>
          <pc:sldMk cId="488528458" sldId="1488"/>
        </pc:sldMkLst>
        <pc:spChg chg="add del">
          <ac:chgData name="David Rodríguez" userId="c2398672056875bc" providerId="LiveId" clId="{A26C1584-1D7D-5036-BC5E-3A41FB6067DA}" dt="2026-09-14T18:36:04.164" v="1" actId="22"/>
          <ac:spMkLst>
            <pc:docMk/>
            <pc:sldMk cId="488528458" sldId="1488"/>
            <ac:spMk id="5" creationId="{BB3AEFB9-16C9-7C59-1156-AFDB200FB18B}"/>
          </ac:spMkLst>
        </pc:spChg>
        <pc:picChg chg="mod">
          <ac:chgData name="David Rodríguez" userId="c2398672056875bc" providerId="LiveId" clId="{A26C1584-1D7D-5036-BC5E-3A41FB6067DA}" dt="2026-09-14T18:36:22.738" v="7" actId="167"/>
          <ac:picMkLst>
            <pc:docMk/>
            <pc:sldMk cId="488528458" sldId="1488"/>
            <ac:picMk id="3" creationId="{63FCDA05-6CA0-D8C0-6E38-0739FA7C2B8A}"/>
          </ac:picMkLst>
        </pc:picChg>
        <pc:picChg chg="add mod">
          <ac:chgData name="David Rodríguez" userId="c2398672056875bc" providerId="LiveId" clId="{A26C1584-1D7D-5036-BC5E-3A41FB6067DA}" dt="2026-09-14T18:40:59.609" v="19" actId="1076"/>
          <ac:picMkLst>
            <pc:docMk/>
            <pc:sldMk cId="488528458" sldId="1488"/>
            <ac:picMk id="5" creationId="{F8926D48-3CE7-46C2-8666-728A82E7E007}"/>
          </ac:picMkLst>
        </pc:picChg>
        <pc:picChg chg="add del mod">
          <ac:chgData name="David Rodríguez" userId="c2398672056875bc" providerId="LiveId" clId="{A26C1584-1D7D-5036-BC5E-3A41FB6067DA}" dt="2026-09-14T18:40:53.421" v="15" actId="478"/>
          <ac:picMkLst>
            <pc:docMk/>
            <pc:sldMk cId="488528458" sldId="1488"/>
            <ac:picMk id="6" creationId="{ED58A433-A9D8-2FFC-00FC-657DEBA5FEFA}"/>
          </ac:picMkLst>
        </pc:picChg>
        <pc:picChg chg="mod">
          <ac:chgData name="David Rodríguez" userId="c2398672056875bc" providerId="LiveId" clId="{A26C1584-1D7D-5036-BC5E-3A41FB6067DA}" dt="2026-09-14T18:37:12.379" v="10" actId="14826"/>
          <ac:picMkLst>
            <pc:docMk/>
            <pc:sldMk cId="488528458" sldId="1488"/>
            <ac:picMk id="10" creationId="{E47651E1-6E84-0285-AD57-F85B785AE4FF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>
                <a:latin typeface="Segoe UI" pitchFamily="34" charset="0"/>
              </a:rPr>
              <a:t>Microsoft Connect 2016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D045D-9A66-44E7-900A-FC6D0BD4E54A}" type="datetime8">
              <a:rPr lang="en-US" smtClean="0">
                <a:latin typeface="Segoe UI" pitchFamily="34" charset="0"/>
              </a:rPr>
              <a:t>9/14/26 7:40 PM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r>
              <a:rPr lang="en-US"/>
              <a:t>Microsoft Connect 2016</a:t>
            </a:r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2016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EEC551-8CDA-4EB6-89BB-2A86C9F091C8}" type="datetime8">
              <a:rPr lang="en-US" smtClean="0"/>
              <a:t>9/14/26 7:40 PM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32742" rtl="0" eaLnBrk="1" latinLnBrk="0" hangingPunct="1">
      <a:lnSpc>
        <a:spcPct val="90000"/>
      </a:lnSpc>
      <a:spcAft>
        <a:spcPts val="340"/>
      </a:spcAft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1pPr>
    <a:lvl2pPr marL="217262" indent="-107956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2pPr>
    <a:lvl3pPr marL="334664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3pPr>
    <a:lvl4pPr marL="492551" indent="-149789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4pPr>
    <a:lvl5pPr marL="627496" indent="-117403" algn="l" defTabSz="932742" rtl="0" eaLnBrk="1" latinLnBrk="0" hangingPunct="1">
      <a:lnSpc>
        <a:spcPct val="90000"/>
      </a:lnSpc>
      <a:spcAft>
        <a:spcPts val="340"/>
      </a:spcAft>
      <a:buFont typeface="Arial" pitchFamily="34" charset="0"/>
      <a:buChar char="•"/>
      <a:defRPr sz="900" kern="1200">
        <a:solidFill>
          <a:schemeClr val="tx1"/>
        </a:solidFill>
        <a:latin typeface="Segoe UI Light" pitchFamily="34" charset="0"/>
        <a:ea typeface="+mn-ea"/>
        <a:cs typeface="+mn-cs"/>
      </a:defRPr>
    </a:lvl5pPr>
    <a:lvl6pPr marL="233185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98226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64597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730969" algn="l" defTabSz="93274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732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7B7BD-FC21-58FC-9807-DE44008B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AE951-9E39-1F60-ADC7-71E3656F8D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80B99-9888-6308-9BC9-9C1F380C4F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27D3E7-FCC8-3248-6D29-FB1D57606B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917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30" y="6240963"/>
            <a:ext cx="1278510" cy="274137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0CC4F9EC-AA9C-E14D-2EBC-36966366C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2591002" y="699434"/>
            <a:ext cx="7254470" cy="5595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96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lpaper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night&#10;&#10;Description automatically generated">
            <a:extLst>
              <a:ext uri="{FF2B5EF4-FFF2-40B4-BE49-F238E27FC236}">
                <a16:creationId xmlns:a16="http://schemas.microsoft.com/office/drawing/2014/main" id="{350A32DE-FA8B-44C2-9362-2EA32D26F7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47" t="2999" b="8315"/>
          <a:stretch/>
        </p:blipFill>
        <p:spPr>
          <a:xfrm>
            <a:off x="-1" y="0"/>
            <a:ext cx="12436474" cy="6994525"/>
          </a:xfrm>
          <a:prstGeom prst="rect">
            <a:avLst/>
          </a:prstGeom>
        </p:spPr>
      </p:pic>
      <p:pic>
        <p:nvPicPr>
          <p:cNvPr id="9" name="Imagen 8" descr="Logotipo&#10;&#10;El contenido generado por IA puede ser incorrecto.">
            <a:extLst>
              <a:ext uri="{FF2B5EF4-FFF2-40B4-BE49-F238E27FC236}">
                <a16:creationId xmlns:a16="http://schemas.microsoft.com/office/drawing/2014/main" id="{9282E408-20E2-C5F7-9D14-50BE3A42FE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25945" y="496466"/>
            <a:ext cx="7784581" cy="6001591"/>
          </a:xfrm>
          <a:prstGeom prst="rect">
            <a:avLst/>
          </a:prstGeom>
        </p:spPr>
      </p:pic>
      <p:pic>
        <p:nvPicPr>
          <p:cNvPr id="19" name="Picture 18" hidden="1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A3BCD95-CA59-4583-90F7-5AF0268DA679}"/>
              </a:ext>
            </a:extLst>
          </p:cNvPr>
          <p:cNvSpPr txBox="1"/>
          <p:nvPr userDrawn="1"/>
        </p:nvSpPr>
        <p:spPr>
          <a:xfrm>
            <a:off x="10029963" y="59217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89267-C2BA-4FB8-9CAB-25571FE51B13}"/>
              </a:ext>
            </a:extLst>
          </p:cNvPr>
          <p:cNvSpPr txBox="1"/>
          <p:nvPr userDrawn="1"/>
        </p:nvSpPr>
        <p:spPr>
          <a:xfrm>
            <a:off x="350837" y="647572"/>
            <a:ext cx="67876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26 de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Septiembre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 de 2026</a:t>
            </a:r>
          </a:p>
        </p:txBody>
      </p:sp>
    </p:spTree>
    <p:extLst>
      <p:ext uri="{BB962C8B-B14F-4D97-AF65-F5344CB8AC3E}">
        <p14:creationId xmlns:p14="http://schemas.microsoft.com/office/powerpoint/2010/main" val="2561638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llpaper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night&#10;&#10;Description automatically generated">
            <a:extLst>
              <a:ext uri="{FF2B5EF4-FFF2-40B4-BE49-F238E27FC236}">
                <a16:creationId xmlns:a16="http://schemas.microsoft.com/office/drawing/2014/main" id="{350A32DE-FA8B-44C2-9362-2EA32D26F7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47" t="2999" b="8315"/>
          <a:stretch/>
        </p:blipFill>
        <p:spPr>
          <a:xfrm>
            <a:off x="-1" y="0"/>
            <a:ext cx="12436474" cy="6994525"/>
          </a:xfrm>
          <a:prstGeom prst="rect">
            <a:avLst/>
          </a:prstGeom>
        </p:spPr>
      </p:pic>
      <p:pic>
        <p:nvPicPr>
          <p:cNvPr id="19" name="Picture 18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BE9539F8-5CB8-0AF5-5FE8-9CB9D4C69B1A}"/>
              </a:ext>
            </a:extLst>
          </p:cNvPr>
          <p:cNvSpPr txBox="1"/>
          <p:nvPr userDrawn="1"/>
        </p:nvSpPr>
        <p:spPr>
          <a:xfrm>
            <a:off x="10029963" y="59217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B3254D-2ADA-C87B-D326-DFE641583B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2301545" y="477653"/>
            <a:ext cx="7833383" cy="6039216"/>
          </a:xfrm>
          <a:prstGeom prst="rect">
            <a:avLst/>
          </a:prstGeom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7DE70592-69D1-86A9-EE83-452B534C559C}"/>
              </a:ext>
            </a:extLst>
          </p:cNvPr>
          <p:cNvSpPr txBox="1"/>
          <p:nvPr userDrawn="1"/>
        </p:nvSpPr>
        <p:spPr>
          <a:xfrm>
            <a:off x="350837" y="647572"/>
            <a:ext cx="67876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0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26 de </a:t>
            </a:r>
            <a:r>
              <a:rPr lang="en-US" sz="2400" kern="1200" dirty="0" err="1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Septiembre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 de 2026</a:t>
            </a:r>
          </a:p>
          <a:p>
            <a:pPr marL="0" marR="0" lvl="0" indent="0" algn="l" defTabSz="91410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Sevilla</a:t>
            </a:r>
          </a:p>
        </p:txBody>
      </p:sp>
    </p:spTree>
    <p:extLst>
      <p:ext uri="{BB962C8B-B14F-4D97-AF65-F5344CB8AC3E}">
        <p14:creationId xmlns:p14="http://schemas.microsoft.com/office/powerpoint/2010/main" val="1292919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llpaper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night&#10;&#10;Description automatically generated">
            <a:extLst>
              <a:ext uri="{FF2B5EF4-FFF2-40B4-BE49-F238E27FC236}">
                <a16:creationId xmlns:a16="http://schemas.microsoft.com/office/drawing/2014/main" id="{350A32DE-FA8B-44C2-9362-2EA32D26F7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47" t="2999" b="8315"/>
          <a:stretch/>
        </p:blipFill>
        <p:spPr>
          <a:xfrm>
            <a:off x="-1" y="0"/>
            <a:ext cx="12436474" cy="6994525"/>
          </a:xfrm>
          <a:prstGeom prst="rect">
            <a:avLst/>
          </a:prstGeom>
        </p:spPr>
      </p:pic>
      <p:pic>
        <p:nvPicPr>
          <p:cNvPr id="19" name="Picture 18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30" y="6240963"/>
            <a:ext cx="1278510" cy="27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52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light, night&#10;&#10;Description automatically generated">
            <a:extLst>
              <a:ext uri="{FF2B5EF4-FFF2-40B4-BE49-F238E27FC236}">
                <a16:creationId xmlns:a16="http://schemas.microsoft.com/office/drawing/2014/main" id="{451AE0CE-0A83-4434-B2D0-8A01F6591E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47" t="2999" b="8315"/>
          <a:stretch/>
        </p:blipFill>
        <p:spPr>
          <a:xfrm>
            <a:off x="-1" y="0"/>
            <a:ext cx="12436474" cy="6994525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54038" y="2125678"/>
            <a:ext cx="10998199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54038" y="3955786"/>
            <a:ext cx="10998198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77D4634-E12D-4F3C-8848-E41C183EBE33}"/>
              </a:ext>
            </a:extLst>
          </p:cNvPr>
          <p:cNvGrpSpPr/>
          <p:nvPr userDrawn="1"/>
        </p:nvGrpSpPr>
        <p:grpSpPr>
          <a:xfrm>
            <a:off x="1" y="6240463"/>
            <a:ext cx="12436474" cy="754062"/>
            <a:chOff x="1" y="6240463"/>
            <a:chExt cx="12436474" cy="754062"/>
          </a:xfrm>
        </p:grpSpPr>
        <p:sp>
          <p:nvSpPr>
            <p:cNvPr id="8" name="Rectangle 7"/>
            <p:cNvSpPr/>
            <p:nvPr userDrawn="1"/>
          </p:nvSpPr>
          <p:spPr bwMode="auto">
            <a:xfrm>
              <a:off x="1" y="6240463"/>
              <a:ext cx="12436474" cy="754062"/>
            </a:xfrm>
            <a:prstGeom prst="rect">
              <a:avLst/>
            </a:prstGeom>
            <a:solidFill>
              <a:schemeClr val="tx1"/>
            </a:solidFill>
            <a:ln>
              <a:noFill/>
              <a:headEnd type="none" w="med" len="med"/>
              <a:tailEnd type="none" w="med" len="med"/>
            </a:ln>
            <a:effectLst>
              <a:outerShdw blurRad="1016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solidFill>
                    <a:schemeClr val="bg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#GlobalAzure</a:t>
              </a:r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661022FB-F1AC-4578-B53E-77613F1EC93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/>
            <a:srcRect/>
            <a:stretch/>
          </p:blipFill>
          <p:spPr bwMode="auto">
            <a:xfrm>
              <a:off x="556178" y="6324593"/>
              <a:ext cx="759372" cy="585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extBox 4">
            <a:extLst>
              <a:ext uri="{FF2B5EF4-FFF2-40B4-BE49-F238E27FC236}">
                <a16:creationId xmlns:a16="http://schemas.microsoft.com/office/drawing/2014/main" id="{226290A4-4EB5-2048-3227-4A599DCD11C4}"/>
              </a:ext>
            </a:extLst>
          </p:cNvPr>
          <p:cNvSpPr txBox="1"/>
          <p:nvPr userDrawn="1"/>
        </p:nvSpPr>
        <p:spPr>
          <a:xfrm>
            <a:off x="9418637" y="37306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</p:spTree>
    <p:extLst>
      <p:ext uri="{BB962C8B-B14F-4D97-AF65-F5344CB8AC3E}">
        <p14:creationId xmlns:p14="http://schemas.microsoft.com/office/powerpoint/2010/main" val="168501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84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light, night&#10;&#10;Description automatically generated">
            <a:extLst>
              <a:ext uri="{FF2B5EF4-FFF2-40B4-BE49-F238E27FC236}">
                <a16:creationId xmlns:a16="http://schemas.microsoft.com/office/drawing/2014/main" id="{1493354E-841D-4EEB-B957-978CA312102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47" t="2999" b="8315"/>
          <a:stretch/>
        </p:blipFill>
        <p:spPr>
          <a:xfrm>
            <a:off x="-1" y="0"/>
            <a:ext cx="12436474" cy="6994525"/>
          </a:xfrm>
          <a:prstGeom prst="rect">
            <a:avLst/>
          </a:prstGeom>
        </p:spPr>
      </p:pic>
      <p:pic>
        <p:nvPicPr>
          <p:cNvPr id="16" name="Picture 15" hidden="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9230" y="6240963"/>
            <a:ext cx="1278510" cy="274137"/>
          </a:xfrm>
          <a:prstGeom prst="rect">
            <a:avLst/>
          </a:prstGeom>
        </p:spPr>
      </p:pic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554038" y="2125678"/>
            <a:ext cx="11074399" cy="1828786"/>
          </a:xfrm>
          <a:noFill/>
        </p:spPr>
        <p:txBody>
          <a:bodyPr lIns="146304" tIns="91440" rIns="146304" bIns="91440" anchor="t" anchorCtr="0"/>
          <a:lstStyle>
            <a:lvl1pPr>
              <a:defRPr sz="5400" spc="-100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2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54037" y="3955786"/>
            <a:ext cx="11074399" cy="1828007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98FAFD-BC2F-4CB8-BEB1-0D3206027F43}"/>
              </a:ext>
            </a:extLst>
          </p:cNvPr>
          <p:cNvGrpSpPr/>
          <p:nvPr userDrawn="1"/>
        </p:nvGrpSpPr>
        <p:grpSpPr>
          <a:xfrm>
            <a:off x="1" y="487"/>
            <a:ext cx="12436474" cy="664537"/>
            <a:chOff x="1" y="487"/>
            <a:chExt cx="12436474" cy="664537"/>
          </a:xfrm>
        </p:grpSpPr>
        <p:sp>
          <p:nvSpPr>
            <p:cNvPr id="10" name="Rectangle 9"/>
            <p:cNvSpPr/>
            <p:nvPr userDrawn="1"/>
          </p:nvSpPr>
          <p:spPr bwMode="auto">
            <a:xfrm>
              <a:off x="1" y="487"/>
              <a:ext cx="12436474" cy="664537"/>
            </a:xfrm>
            <a:prstGeom prst="rect">
              <a:avLst/>
            </a:prstGeom>
            <a:solidFill>
              <a:srgbClr val="FFFFFF"/>
            </a:solidFill>
            <a:ln>
              <a:noFill/>
              <a:headEnd type="none" w="med" len="med"/>
              <a:tailEnd type="none" w="med" len="med"/>
            </a:ln>
            <a:effectLst>
              <a:outerShdw blurRad="25400" dist="12700" dir="5400000" algn="t" rotWithShape="0">
                <a:prstClr val="black">
                  <a:alpha val="18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79285" tIns="143428" rIns="179285" bIns="14342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r" defTabSz="91410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kern="1200">
                  <a:solidFill>
                    <a:schemeClr val="bg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#</a:t>
              </a:r>
              <a:r>
                <a:rPr lang="en-US" sz="2000" kern="1200" err="1">
                  <a:solidFill>
                    <a:schemeClr val="bg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GlobalAzure</a:t>
              </a:r>
              <a:endParaRPr lang="en-US" sz="2000" kern="120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2B7C705D-D751-4036-809B-5677A0C9481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/>
            <a:srcRect/>
            <a:stretch/>
          </p:blipFill>
          <p:spPr bwMode="auto">
            <a:xfrm>
              <a:off x="556177" y="39853"/>
              <a:ext cx="759373" cy="585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4">
            <a:extLst>
              <a:ext uri="{FF2B5EF4-FFF2-40B4-BE49-F238E27FC236}">
                <a16:creationId xmlns:a16="http://schemas.microsoft.com/office/drawing/2014/main" id="{74804866-470A-FA15-B9EE-D2C6FAC29BA3}"/>
              </a:ext>
            </a:extLst>
          </p:cNvPr>
          <p:cNvSpPr txBox="1"/>
          <p:nvPr userDrawn="1"/>
        </p:nvSpPr>
        <p:spPr>
          <a:xfrm>
            <a:off x="9540749" y="601186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</p:spTree>
    <p:extLst>
      <p:ext uri="{BB962C8B-B14F-4D97-AF65-F5344CB8AC3E}">
        <p14:creationId xmlns:p14="http://schemas.microsoft.com/office/powerpoint/2010/main" val="36289604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8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-color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734798" cy="917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2072265"/>
            <a:ext cx="11734798" cy="2025170"/>
          </a:xfrm>
        </p:spPr>
        <p:txBody>
          <a:bodyPr/>
          <a:lstStyle>
            <a:lvl1pPr marL="0" indent="0">
              <a:buNone/>
              <a:defRPr>
                <a:solidFill>
                  <a:srgbClr val="001344"/>
                </a:soli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056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734798" cy="917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2081692"/>
            <a:ext cx="11734798" cy="2025170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0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st level color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2080754"/>
            <a:ext cx="11810998" cy="2092881"/>
          </a:xfrm>
        </p:spPr>
        <p:txBody>
          <a:bodyPr wrap="square">
            <a:spAutoFit/>
          </a:bodyPr>
          <a:lstStyle>
            <a:lvl1pPr>
              <a:defRPr sz="4000">
                <a:solidFill>
                  <a:srgbClr val="001344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10998" cy="917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2404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2080754"/>
            <a:ext cx="11887198" cy="2092881"/>
          </a:xfrm>
        </p:spPr>
        <p:txBody>
          <a:bodyPr wrap="square">
            <a:spAutoFit/>
          </a:bodyPr>
          <a:lstStyle>
            <a:lvl1pPr>
              <a:defRPr sz="4000">
                <a:solidFill>
                  <a:srgbClr val="001344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7198" cy="9175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03268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2-color Non-bulleted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solidFill>
                  <a:srgbClr val="001344"/>
                </a:soli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>
                <a:solidFill>
                  <a:srgbClr val="001344"/>
                </a:solidFill>
              </a:defRPr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397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14370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0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9599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 1st level color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2"/>
              </a:buClr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05684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799467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9335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37131397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ience Lab slide">
    <p:bg>
      <p:bgPr>
        <a:solidFill>
          <a:srgbClr val="007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SS illustration">
            <a:extLst>
              <a:ext uri="{FF2B5EF4-FFF2-40B4-BE49-F238E27FC236}">
                <a16:creationId xmlns:a16="http://schemas.microsoft.com/office/drawing/2014/main" id="{47ADD297-4BFF-4CBD-8B60-30C5BB62AB2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5"/>
          <a:stretch/>
        </p:blipFill>
        <p:spPr bwMode="auto">
          <a:xfrm>
            <a:off x="0" y="-48"/>
            <a:ext cx="12436474" cy="699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 userDrawn="1"/>
        </p:nvSpPr>
        <p:spPr bwMode="auto">
          <a:xfrm>
            <a:off x="10180637" y="6248400"/>
            <a:ext cx="2255837" cy="754062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#</a:t>
            </a:r>
            <a:r>
              <a:rPr lang="en-US" sz="2400" err="1">
                <a:solidFill>
                  <a:schemeClr val="bg1"/>
                </a:solidFill>
                <a:latin typeface="+mn-lt"/>
                <a:ea typeface="Segoe UI" pitchFamily="34" charset="0"/>
                <a:cs typeface="Segoe UI" pitchFamily="34" charset="0"/>
              </a:rPr>
              <a:t>GlobalAzure</a:t>
            </a:r>
            <a:endParaRPr lang="en-US" sz="2400">
              <a:solidFill>
                <a:schemeClr val="bg1"/>
              </a:solidFill>
              <a:latin typeface="+mn-l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54990" y="3954780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 hasCustomPrompt="1"/>
          </p:nvPr>
        </p:nvSpPr>
        <p:spPr>
          <a:xfrm>
            <a:off x="536702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6000">
                <a:solidFill>
                  <a:schemeClr val="bg1"/>
                </a:solidFill>
              </a:rPr>
              <a:t>Demo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6F279E5-DF2A-4D86-86F4-BB01A0C2E6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56178" y="6324592"/>
            <a:ext cx="759373" cy="58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5557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54990" y="3954780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 hasCustomPrompt="1"/>
          </p:nvPr>
        </p:nvSpPr>
        <p:spPr>
          <a:xfrm>
            <a:off x="536702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6000">
                <a:solidFill>
                  <a:schemeClr val="bg1"/>
                </a:solidFill>
              </a:rPr>
              <a:t>Demo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53223EC-F96A-4AE0-91E8-4EE2E9F1CA54}"/>
              </a:ext>
            </a:extLst>
          </p:cNvPr>
          <p:cNvGrpSpPr/>
          <p:nvPr userDrawn="1"/>
        </p:nvGrpSpPr>
        <p:grpSpPr>
          <a:xfrm>
            <a:off x="-1" y="6248400"/>
            <a:ext cx="12436475" cy="754062"/>
            <a:chOff x="-1" y="6248400"/>
            <a:chExt cx="12436475" cy="754062"/>
          </a:xfrm>
        </p:grpSpPr>
        <p:sp>
          <p:nvSpPr>
            <p:cNvPr id="4" name="Rectangle 3"/>
            <p:cNvSpPr/>
            <p:nvPr userDrawn="1"/>
          </p:nvSpPr>
          <p:spPr bwMode="auto">
            <a:xfrm>
              <a:off x="-1" y="6248400"/>
              <a:ext cx="12436475" cy="754062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>
              <a:outerShdw blurRad="101600" dist="12700" dir="16200000" rotWithShape="0">
                <a:prstClr val="black">
                  <a:alpha val="30000"/>
                </a:prstClr>
              </a:outerShdw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 defTabSz="932472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400">
                  <a:solidFill>
                    <a:schemeClr val="tx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#</a:t>
              </a:r>
              <a:r>
                <a:rPr lang="en-US" sz="2400" err="1">
                  <a:solidFill>
                    <a:schemeClr val="tx1"/>
                  </a:solidFill>
                  <a:latin typeface="+mn-lt"/>
                  <a:ea typeface="Segoe UI" pitchFamily="34" charset="0"/>
                  <a:cs typeface="Segoe UI" pitchFamily="34" charset="0"/>
                </a:rPr>
                <a:t>GlobalAzure</a:t>
              </a:r>
              <a:endParaRPr lang="en-US" sz="24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39D67FB8-65E2-45DD-B1AA-59F22B661C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/>
            <a:srcRect/>
            <a:stretch/>
          </p:blipFill>
          <p:spPr bwMode="auto">
            <a:xfrm>
              <a:off x="556178" y="6324592"/>
              <a:ext cx="759373" cy="5858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TextBox 4">
            <a:extLst>
              <a:ext uri="{FF2B5EF4-FFF2-40B4-BE49-F238E27FC236}">
                <a16:creationId xmlns:a16="http://schemas.microsoft.com/office/drawing/2014/main" id="{A42C45B5-4C00-6F8F-7202-1B5AF170940B}"/>
              </a:ext>
            </a:extLst>
          </p:cNvPr>
          <p:cNvSpPr txBox="1"/>
          <p:nvPr userDrawn="1"/>
        </p:nvSpPr>
        <p:spPr>
          <a:xfrm>
            <a:off x="10029963" y="59217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</p:spTree>
    <p:extLst>
      <p:ext uri="{BB962C8B-B14F-4D97-AF65-F5344CB8AC3E}">
        <p14:creationId xmlns:p14="http://schemas.microsoft.com/office/powerpoint/2010/main" val="3897602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- 2">
    <p:bg>
      <p:bgPr>
        <a:solidFill>
          <a:srgbClr val="5C2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-1" y="6248400"/>
            <a:ext cx="12436475" cy="754062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rPr>
              <a:t>#</a:t>
            </a:r>
            <a:r>
              <a:rPr lang="en-US" sz="2400" err="1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rPr>
              <a:t>GlobalAzure</a:t>
            </a:r>
            <a:endParaRPr lang="en-US" sz="2400">
              <a:solidFill>
                <a:schemeClr val="tx1"/>
              </a:solidFill>
              <a:latin typeface="+mn-l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54990" y="3954780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 hasCustomPrompt="1"/>
          </p:nvPr>
        </p:nvSpPr>
        <p:spPr>
          <a:xfrm>
            <a:off x="554990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6000">
                <a:solidFill>
                  <a:schemeClr val="bg1"/>
                </a:solidFill>
              </a:rPr>
              <a:t>Demo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4C12652-0A33-4554-B697-2B267F7BB1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56178" y="6324592"/>
            <a:ext cx="759373" cy="58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6166D4C8-34A3-C486-7AE2-5AA296C9BAFD}"/>
              </a:ext>
            </a:extLst>
          </p:cNvPr>
          <p:cNvSpPr txBox="1"/>
          <p:nvPr userDrawn="1"/>
        </p:nvSpPr>
        <p:spPr>
          <a:xfrm>
            <a:off x="10029963" y="59217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</p:spTree>
    <p:extLst>
      <p:ext uri="{BB962C8B-B14F-4D97-AF65-F5344CB8AC3E}">
        <p14:creationId xmlns:p14="http://schemas.microsoft.com/office/powerpoint/2010/main" val="4230999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- 3">
    <p:bg>
      <p:bgPr>
        <a:solidFill>
          <a:srgbClr val="0082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sp>
        <p:nvSpPr>
          <p:cNvPr id="4" name="Rectangle 3"/>
          <p:cNvSpPr/>
          <p:nvPr userDrawn="1"/>
        </p:nvSpPr>
        <p:spPr bwMode="auto">
          <a:xfrm>
            <a:off x="-1" y="6248400"/>
            <a:ext cx="12436475" cy="754062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>
            <a:outerShdw blurRad="101600" dist="12700" dir="16200000" rotWithShape="0">
              <a:prstClr val="black">
                <a:alpha val="3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rPr>
              <a:t>#</a:t>
            </a:r>
            <a:r>
              <a:rPr lang="en-US" sz="2400" err="1">
                <a:solidFill>
                  <a:schemeClr val="tx1"/>
                </a:solidFill>
                <a:latin typeface="+mn-lt"/>
                <a:ea typeface="Segoe UI" pitchFamily="34" charset="0"/>
                <a:cs typeface="Segoe UI" pitchFamily="34" charset="0"/>
              </a:rPr>
              <a:t>GlobalAzure</a:t>
            </a:r>
            <a:endParaRPr lang="en-US" sz="2400">
              <a:solidFill>
                <a:schemeClr val="tx1"/>
              </a:solidFill>
              <a:latin typeface="+mn-l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54990" y="3954780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sz="32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Name</a:t>
            </a:r>
          </a:p>
        </p:txBody>
      </p:sp>
      <p:sp>
        <p:nvSpPr>
          <p:cNvPr id="14" name="Title 12"/>
          <p:cNvSpPr>
            <a:spLocks noGrp="1"/>
          </p:cNvSpPr>
          <p:nvPr>
            <p:ph type="title" hasCustomPrompt="1"/>
          </p:nvPr>
        </p:nvSpPr>
        <p:spPr>
          <a:xfrm>
            <a:off x="554990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72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z="6000">
                <a:solidFill>
                  <a:schemeClr val="bg1"/>
                </a:solidFill>
              </a:rPr>
              <a:t>Demo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B5073E28-B4ED-4EAC-831D-E398FF3BFE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56178" y="6324592"/>
            <a:ext cx="759373" cy="58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4">
            <a:extLst>
              <a:ext uri="{FF2B5EF4-FFF2-40B4-BE49-F238E27FC236}">
                <a16:creationId xmlns:a16="http://schemas.microsoft.com/office/drawing/2014/main" id="{27564712-EAA5-FD1E-7EFC-ECB52456B491}"/>
              </a:ext>
            </a:extLst>
          </p:cNvPr>
          <p:cNvSpPr txBox="1"/>
          <p:nvPr userDrawn="1"/>
        </p:nvSpPr>
        <p:spPr>
          <a:xfrm>
            <a:off x="10029963" y="592172"/>
            <a:ext cx="1845890" cy="517065"/>
          </a:xfrm>
          <a:prstGeom prst="rect">
            <a:avLst/>
          </a:prstGeom>
          <a:solidFill>
            <a:srgbClr val="E3C038"/>
          </a:solidFill>
        </p:spPr>
        <p:txBody>
          <a:bodyPr wrap="non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s-ES" sz="1600" dirty="0">
                <a:solidFill>
                  <a:srgbClr val="001344"/>
                </a:solidFill>
                <a:latin typeface="+mn-lt"/>
              </a:rPr>
              <a:t>#AzureTour2026</a:t>
            </a:r>
          </a:p>
        </p:txBody>
      </p:sp>
    </p:spTree>
    <p:extLst>
      <p:ext uri="{BB962C8B-B14F-4D97-AF65-F5344CB8AC3E}">
        <p14:creationId xmlns:p14="http://schemas.microsoft.com/office/powerpoint/2010/main" val="2455386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9437" y="1209973"/>
            <a:ext cx="11125200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7841475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Transmis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2860" y="2125662"/>
            <a:ext cx="5675377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8698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lain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542860" y="2125662"/>
            <a:ext cx="5675377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893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3237" y="1241426"/>
            <a:ext cx="5257801" cy="2012859"/>
          </a:xfrm>
        </p:spPr>
        <p:txBody>
          <a:bodyPr wrap="square">
            <a:spAutoFit/>
          </a:bodyPr>
          <a:lstStyle>
            <a:lvl1pPr>
              <a:defRPr sz="66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50/50 photo layout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325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669745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675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background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356E502-99D7-4E6F-BB67-C71A0A5718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83137" y="5557665"/>
            <a:ext cx="1313398" cy="101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2198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ith background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356E502-99D7-4E6F-BB67-C71A0A5718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583137" y="5557951"/>
            <a:ext cx="1313398" cy="101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9298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with background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59030" y="487"/>
            <a:ext cx="9356808" cy="699403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8B1C1329-1CD0-4FD3-9BCE-1F6CC85C33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10717737" y="5557665"/>
            <a:ext cx="1313398" cy="101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846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2">
    <p:bg>
      <p:bgPr>
        <a:solidFill>
          <a:srgbClr val="5C2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159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9962453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Connect logo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9663C590-E0BC-4AF6-BE38-F7A08ED0E4A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10717737" y="5557665"/>
            <a:ext cx="1313398" cy="101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Micro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93C7B6F-64E5-4FFA-A7F0-2D56F53103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2591423" y="699759"/>
            <a:ext cx="7253629" cy="5595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1383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Use this Layout for Speaker Notes slides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2969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Labels Slide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93473" y="4728101"/>
            <a:ext cx="5695057" cy="1220692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lang="en-US" sz="3654" kern="1200" spc="-72" baseline="0" dirty="0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663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326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989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652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31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979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64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730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32646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Arial" pitchFamily="34" charset="0"/>
              <a:buNone/>
              <a:tabLst/>
            </a:pPr>
            <a:r>
              <a:rPr lang="en-US"/>
              <a:t>Click to edit master subtitle style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793473" y="1306748"/>
            <a:ext cx="5695057" cy="3009670"/>
          </a:xfrm>
        </p:spPr>
        <p:txBody>
          <a:bodyPr wrap="square" anchor="b">
            <a:spAutoFit/>
          </a:bodyPr>
          <a:lstStyle>
            <a:lvl1pPr marL="0" indent="0">
              <a:buNone/>
              <a:defRPr sz="6799" spc="-154">
                <a:gradFill>
                  <a:gsLst>
                    <a:gs pos="100000">
                      <a:schemeClr val="bg1"/>
                    </a:gs>
                    <a:gs pos="0">
                      <a:schemeClr val="bg1"/>
                    </a:gs>
                  </a:gsLst>
                  <a:lin ang="5400000" scaled="0"/>
                </a:gra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AB706D1-846F-475D-9CD4-6859FB1DB29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10717737" y="5557665"/>
            <a:ext cx="1313397" cy="1013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97630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765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9875133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hidden="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230" y="6240963"/>
            <a:ext cx="1278510" cy="274137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547EE5A-ACB4-4CAA-8C2B-35ACEB2C10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rcRect/>
          <a:stretch/>
        </p:blipFill>
        <p:spPr bwMode="auto">
          <a:xfrm>
            <a:off x="10715315" y="5555796"/>
            <a:ext cx="1318242" cy="101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3843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6518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1"/>
                    </a:gs>
                    <a:gs pos="99000">
                      <a:schemeClr val="tx1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2400"/>
            </a:lvl2pPr>
            <a:lvl3pPr marL="228600" indent="0">
              <a:buNone/>
              <a:defRPr/>
            </a:lvl3pPr>
            <a:lvl4pPr marL="457200" indent="0">
              <a:buNone/>
              <a:defRPr/>
            </a:lvl4pPr>
            <a:lvl5pPr marL="685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9774513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8" y="1212850"/>
            <a:ext cx="11887200" cy="2092881"/>
          </a:xfrm>
        </p:spPr>
        <p:txBody>
          <a:bodyPr>
            <a:spAutoFit/>
          </a:bodyPr>
          <a:lstStyle>
            <a:lvl1pPr>
              <a:defRPr sz="40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0676225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1982081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itchFamily="2" charset="2"/>
              <a:buNone/>
              <a:defRPr sz="3200"/>
            </a:lvl1pPr>
            <a:lvl2pPr marL="0" indent="0">
              <a:buNone/>
              <a:defRPr sz="2400"/>
            </a:lvl2pPr>
            <a:lvl3pPr marL="231775" indent="0">
              <a:buNone/>
              <a:tabLst/>
              <a:defRPr sz="2000"/>
            </a:lvl3pPr>
            <a:lvl4pPr marL="460375" indent="0">
              <a:buNone/>
              <a:defRPr/>
            </a:lvl4pPr>
            <a:lvl5pPr marL="685800" indent="0">
              <a:buNone/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542555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746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675439" y="1212849"/>
            <a:ext cx="5486399" cy="2425279"/>
          </a:xfrm>
        </p:spPr>
        <p:txBody>
          <a:bodyPr wrap="square">
            <a:spAutoFit/>
          </a:bodyPr>
          <a:lstStyle>
            <a:lvl1pPr marL="287338" indent="-287338">
              <a:spcBef>
                <a:spcPts val="1224"/>
              </a:spcBef>
              <a:buClr>
                <a:schemeClr val="tx1"/>
              </a:buClr>
              <a:buFont typeface="Arial" pitchFamily="34" charset="0"/>
              <a:buChar char="•"/>
              <a:defRPr sz="3200"/>
            </a:lvl1pPr>
            <a:lvl2pPr marL="531166" indent="-233195">
              <a:defRPr sz="2400"/>
            </a:lvl2pPr>
            <a:lvl3pPr marL="699585" indent="-168419">
              <a:tabLst/>
              <a:defRPr sz="2000"/>
            </a:lvl3pPr>
            <a:lvl4pPr marL="880958" indent="-181374">
              <a:defRPr/>
            </a:lvl4pPr>
            <a:lvl5pPr marL="1049377" indent="-168419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3174803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5293602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101436" y="2963862"/>
            <a:ext cx="10235966" cy="917575"/>
          </a:xfrm>
        </p:spPr>
        <p:txBody>
          <a:bodyPr anchor="ctr" anchorCtr="0"/>
          <a:lstStyle>
            <a:lvl1pPr algn="l"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663928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 bwMode="auto">
          <a:xfrm>
            <a:off x="-1" y="5839619"/>
            <a:ext cx="12436475" cy="1154906"/>
          </a:xfrm>
          <a:prstGeom prst="rect">
            <a:avLst/>
          </a:prstGeom>
          <a:solidFill>
            <a:srgbClr val="50505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+mn-lt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063793" y="487"/>
            <a:ext cx="9356808" cy="6994038"/>
          </a:xfrm>
          <a:prstGeom prst="rect">
            <a:avLst/>
          </a:prstGeom>
        </p:spPr>
      </p:pic>
      <p:sp>
        <p:nvSpPr>
          <p:cNvPr id="20" name="Title 12"/>
          <p:cNvSpPr>
            <a:spLocks noGrp="1"/>
          </p:cNvSpPr>
          <p:nvPr>
            <p:ph type="title" hasCustomPrompt="1"/>
          </p:nvPr>
        </p:nvSpPr>
        <p:spPr>
          <a:xfrm>
            <a:off x="554990" y="2114550"/>
            <a:ext cx="9363062" cy="1840230"/>
          </a:xfrm>
          <a:prstGeom prst="rect">
            <a:avLst/>
          </a:prstGeom>
        </p:spPr>
        <p:txBody>
          <a:bodyPr lIns="146304" tIns="9144" rIns="146304" bIns="9144" anchor="b" anchorCtr="0"/>
          <a:lstStyle>
            <a:lvl1pPr marL="0" indent="0"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554990" y="3946842"/>
            <a:ext cx="9363061" cy="664797"/>
          </a:xfrm>
          <a:prstGeom prst="rect">
            <a:avLst/>
          </a:prstGeom>
          <a:noFill/>
        </p:spPr>
        <p:txBody>
          <a:bodyPr wrap="square" lIns="146304" tIns="109728" rIns="146304" bIns="109728">
            <a:spAutoFit/>
          </a:bodyPr>
          <a:lstStyle>
            <a:lvl1pPr marL="0" indent="0">
              <a:spcBef>
                <a:spcPts val="0"/>
              </a:spcBef>
              <a:buNone/>
              <a:defRPr lang="en-US" sz="3200" kern="1200" spc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163728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211430" y="152887"/>
            <a:ext cx="9356808" cy="6994038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43368" y="1209973"/>
            <a:ext cx="11188701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Video title</a:t>
            </a:r>
          </a:p>
        </p:txBody>
      </p:sp>
    </p:spTree>
    <p:extLst>
      <p:ext uri="{BB962C8B-B14F-4D97-AF65-F5344CB8AC3E}">
        <p14:creationId xmlns:p14="http://schemas.microsoft.com/office/powerpoint/2010/main" val="1815059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Transmission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alphaModFix amt="10000"/>
          </a:blip>
          <a:srcRect t="43378" r="43213" b="10783"/>
          <a:stretch/>
        </p:blipFill>
        <p:spPr>
          <a:xfrm>
            <a:off x="3211430" y="152887"/>
            <a:ext cx="9356808" cy="6994038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03236" y="2125662"/>
            <a:ext cx="11658601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100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5372050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Accent Color 2">
    <p:bg>
      <p:bgPr>
        <a:solidFill>
          <a:srgbClr val="5C2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15936" y="2125662"/>
            <a:ext cx="11658601" cy="1181862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200" spc="-100" baseline="0">
                <a:gradFill>
                  <a:gsLst>
                    <a:gs pos="21239">
                      <a:srgbClr val="FFFFFF"/>
                    </a:gs>
                    <a:gs pos="52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242146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-50 Right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3238" y="1241426"/>
            <a:ext cx="5333999" cy="2012859"/>
          </a:xfrm>
        </p:spPr>
        <p:txBody>
          <a:bodyPr wrap="square">
            <a:spAutoFit/>
          </a:bodyPr>
          <a:lstStyle>
            <a:lvl1pPr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50/50 photo layout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0"/>
          </p:nvPr>
        </p:nvSpPr>
        <p:spPr bwMode="ltGray">
          <a:xfrm>
            <a:off x="6232525" y="0"/>
            <a:ext cx="6216650" cy="6992587"/>
          </a:xfrm>
          <a:blipFill dpi="0" rotWithShape="1">
            <a:blip r:embed="rId2"/>
            <a:srcRect/>
            <a:stretch>
              <a:fillRect/>
            </a:stretch>
          </a:blipFill>
        </p:spPr>
        <p:txBody>
          <a:bodyPr tIns="548640" anchor="ctr" anchorCtr="0">
            <a:noAutofit/>
          </a:bodyPr>
          <a:lstStyle>
            <a:lvl1pPr marL="0" indent="0" algn="ctr">
              <a:buNone/>
              <a:defRPr sz="1600" b="1" cap="none" baseline="0">
                <a:gradFill>
                  <a:gsLst>
                    <a:gs pos="0">
                      <a:srgbClr val="FFFFFF"/>
                    </a:gs>
                    <a:gs pos="27000">
                      <a:srgbClr val="FFFFFF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461135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- Dar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687537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1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7305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ccent Color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0803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Slide for developer code</a:t>
            </a:r>
          </a:p>
        </p:txBody>
      </p:sp>
      <p:sp>
        <p:nvSpPr>
          <p:cNvPr id="3" name="Rectangle 2"/>
          <p:cNvSpPr/>
          <p:nvPr userDrawn="1"/>
        </p:nvSpPr>
        <p:spPr bwMode="hidden">
          <a:xfrm>
            <a:off x="1" y="1212849"/>
            <a:ext cx="12436475" cy="5781676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6639" tIns="46639" rIns="46639" bIns="4663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endParaRPr lang="en-US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74638" y="1221157"/>
            <a:ext cx="11887199" cy="1995931"/>
          </a:xfrm>
        </p:spPr>
        <p:txBody>
          <a:bodyPr/>
          <a:lstStyle>
            <a:lvl1pPr marL="0" indent="0">
              <a:buNone/>
              <a:defRPr sz="3300"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>
                <a:gradFill>
                  <a:gsLst>
                    <a:gs pos="125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87052569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 Connect logo">
    <p:bg>
      <p:bgPr>
        <a:solidFill>
          <a:srgbClr val="001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06C4BA6A-4F70-4166-A7E0-B045642A6F2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rcRect/>
          <a:stretch/>
        </p:blipFill>
        <p:spPr bwMode="auto">
          <a:xfrm>
            <a:off x="10715315" y="5555796"/>
            <a:ext cx="1318242" cy="101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131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74638" y="1212850"/>
            <a:ext cx="11887200" cy="2443746"/>
          </a:xfrm>
          <a:prstGeom prst="rect">
            <a:avLst/>
          </a:prstGeom>
        </p:spPr>
        <p:txBody>
          <a:bodyPr/>
          <a:lstStyle>
            <a:lvl1pPr marL="2905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36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71500" indent="-280988">
              <a:buClr>
                <a:schemeClr val="tx1"/>
              </a:buClr>
              <a:buSzPct val="90000"/>
              <a:buFont typeface="Arial" pitchFamily="34" charset="0"/>
              <a:buChar char="•"/>
              <a:defRPr sz="32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62013" indent="-290513">
              <a:buClr>
                <a:schemeClr val="tx1"/>
              </a:buClr>
              <a:buSzPct val="90000"/>
              <a:buFont typeface="Arial" pitchFamily="34" charset="0"/>
              <a:buChar char="•"/>
              <a:defRPr sz="28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0906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4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319213" indent="-228600">
              <a:buClr>
                <a:schemeClr val="tx1"/>
              </a:buClr>
              <a:buSzPct val="90000"/>
              <a:buFont typeface="Arial" pitchFamily="34" charset="0"/>
              <a:buChar char="•"/>
              <a:defRPr sz="200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/>
              <a:t>Use this Layout for Speaker Notes slides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363076"/>
            <a:ext cx="12436476" cy="631450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77729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365035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46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12618967" y="0"/>
            <a:ext cx="952401" cy="5766966"/>
            <a:chOff x="12618967" y="0"/>
            <a:chExt cx="952401" cy="5766966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12618967" y="0"/>
              <a:ext cx="952401" cy="5766966"/>
              <a:chOff x="12618967" y="0"/>
              <a:chExt cx="952401" cy="5766966"/>
            </a:xfrm>
          </p:grpSpPr>
          <p:grpSp>
            <p:nvGrpSpPr>
              <p:cNvPr id="26" name="Group 25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45" name="Rectangle 44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1" name="Rectangle 40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2" name="Rectangle 41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5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3" name="Rectangle 42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4" name="Rectangle 43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33" name="Rectangle 32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34" name="Rectangle 33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35" name="Rectangle 34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8" name="TextBox 27"/>
              <p:cNvSpPr txBox="1"/>
              <p:nvPr userDrawn="1"/>
            </p:nvSpPr>
            <p:spPr>
              <a:xfrm rot="5400000">
                <a:off x="12988035" y="260168"/>
                <a:ext cx="843501" cy="323165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00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Main colors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 rot="5400000">
                <a:off x="11742070" y="4230580"/>
                <a:ext cx="2656496" cy="323165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00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Secondary colors (use only when</a:t>
                </a:r>
                <a:r>
                  <a:rPr lang="en-US" sz="1000" baseline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 necessary)</a:t>
                </a:r>
                <a:endParaRPr lang="en-US" sz="100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endParaRPr>
              </a:p>
            </p:txBody>
          </p:sp>
        </p:grpSp>
        <p:sp>
          <p:nvSpPr>
            <p:cNvPr id="19" name="Rectangle 18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50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8427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9" r:id="rId1"/>
    <p:sldLayoutId id="2147484382" r:id="rId2"/>
    <p:sldLayoutId id="2147484384" r:id="rId3"/>
    <p:sldLayoutId id="2147484383" r:id="rId4"/>
    <p:sldLayoutId id="2147484300" r:id="rId5"/>
    <p:sldLayoutId id="2147484318" r:id="rId6"/>
    <p:sldLayoutId id="2147484295" r:id="rId7"/>
    <p:sldLayoutId id="2147484240" r:id="rId8"/>
    <p:sldLayoutId id="2147484296" r:id="rId9"/>
    <p:sldLayoutId id="2147484241" r:id="rId10"/>
    <p:sldLayoutId id="2147484297" r:id="rId11"/>
    <p:sldLayoutId id="2147484244" r:id="rId12"/>
    <p:sldLayoutId id="2147484298" r:id="rId13"/>
    <p:sldLayoutId id="2147484245" r:id="rId14"/>
    <p:sldLayoutId id="2147484247" r:id="rId15"/>
    <p:sldLayoutId id="2147484337" r:id="rId16"/>
    <p:sldLayoutId id="2147484378" r:id="rId17"/>
    <p:sldLayoutId id="2147484249" r:id="rId18"/>
    <p:sldLayoutId id="2147484343" r:id="rId19"/>
    <p:sldLayoutId id="2147484344" r:id="rId20"/>
    <p:sldLayoutId id="2147484301" r:id="rId21"/>
    <p:sldLayoutId id="2147484252" r:id="rId22"/>
    <p:sldLayoutId id="2147484251" r:id="rId23"/>
    <p:sldLayoutId id="2147484254" r:id="rId24"/>
    <p:sldLayoutId id="2147484257" r:id="rId25"/>
    <p:sldLayoutId id="2147484377" r:id="rId26"/>
    <p:sldLayoutId id="2147484392" r:id="rId27"/>
    <p:sldLayoutId id="2147484380" r:id="rId28"/>
    <p:sldLayoutId id="2147484258" r:id="rId29"/>
    <p:sldLayoutId id="2147484260" r:id="rId30"/>
    <p:sldLayoutId id="2147484299" r:id="rId31"/>
    <p:sldLayoutId id="2147484345" r:id="rId32"/>
    <p:sldLayoutId id="2147484263" r:id="rId33"/>
    <p:sldLayoutId id="2147484376" r:id="rId34"/>
    <p:sldLayoutId id="2147484381" r:id="rId35"/>
    <p:sldLayoutId id="2147484385" r:id="rId36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n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4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4639" y="295274"/>
            <a:ext cx="11889564" cy="91757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74640" y="1212851"/>
            <a:ext cx="11887198" cy="2092881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marL="342900" marR="0" lvl="0" indent="-3429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/>
              <a:t>Click to edit Master text styles</a:t>
            </a:r>
          </a:p>
          <a:p>
            <a:pPr marL="584200" marR="0" lvl="1" indent="-241300" algn="l" defTabSz="932742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Arial" pitchFamily="34" charset="0"/>
              <a:buChar char="•"/>
              <a:tabLst/>
            </a:pPr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4" name="Group 63"/>
          <p:cNvGrpSpPr/>
          <p:nvPr userDrawn="1"/>
        </p:nvGrpSpPr>
        <p:grpSpPr>
          <a:xfrm>
            <a:off x="12618967" y="0"/>
            <a:ext cx="952401" cy="5766966"/>
            <a:chOff x="12618967" y="0"/>
            <a:chExt cx="952401" cy="5766966"/>
          </a:xfrm>
        </p:grpSpPr>
        <p:grpSp>
          <p:nvGrpSpPr>
            <p:cNvPr id="65" name="Group 64"/>
            <p:cNvGrpSpPr/>
            <p:nvPr userDrawn="1"/>
          </p:nvGrpSpPr>
          <p:grpSpPr>
            <a:xfrm>
              <a:off x="12618967" y="0"/>
              <a:ext cx="952401" cy="5766966"/>
              <a:chOff x="12618967" y="0"/>
              <a:chExt cx="952401" cy="5766966"/>
            </a:xfrm>
          </p:grpSpPr>
          <p:grpSp>
            <p:nvGrpSpPr>
              <p:cNvPr id="67" name="Group 66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74" name="Rectangle 73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5" name="Rectangle 74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50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6" name="Rectangle 75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50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7" name="Rectangle 76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5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50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8" name="Rectangle 77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79" name="Rectangle 78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68" name="Group 67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71" name="Rectangle 70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72" name="Rectangle 71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73" name="Rectangle 72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3247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3247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50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50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50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69" name="TextBox 68"/>
              <p:cNvSpPr txBox="1"/>
              <p:nvPr userDrawn="1"/>
            </p:nvSpPr>
            <p:spPr>
              <a:xfrm rot="5400000">
                <a:off x="12988035" y="260168"/>
                <a:ext cx="843501" cy="323165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000">
                    <a:solidFill>
                      <a:schemeClr val="bg1"/>
                    </a:solidFill>
                  </a:rPr>
                  <a:t>Main colors</a:t>
                </a:r>
              </a:p>
            </p:txBody>
          </p:sp>
          <p:sp>
            <p:nvSpPr>
              <p:cNvPr id="70" name="TextBox 69"/>
              <p:cNvSpPr txBox="1"/>
              <p:nvPr userDrawn="1"/>
            </p:nvSpPr>
            <p:spPr>
              <a:xfrm rot="5400000">
                <a:off x="11742070" y="4230580"/>
                <a:ext cx="2656496" cy="323165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600"/>
                  </a:spcAft>
                </a:pPr>
                <a:r>
                  <a:rPr lang="en-US" sz="1000">
                    <a:solidFill>
                      <a:schemeClr val="bg1"/>
                    </a:solidFill>
                  </a:rPr>
                  <a:t>Secondary colors (use only when</a:t>
                </a:r>
                <a:r>
                  <a:rPr lang="en-US" sz="1000" baseline="0">
                    <a:solidFill>
                      <a:schemeClr val="bg1"/>
                    </a:solidFill>
                  </a:rPr>
                  <a:t> necessary)</a:t>
                </a:r>
                <a:endParaRPr lang="en-US" sz="10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66" name="Rectangle 65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3247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50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5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50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601207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38" r:id="rId1"/>
    <p:sldLayoutId id="2147484311" r:id="rId2"/>
    <p:sldLayoutId id="2147484312" r:id="rId3"/>
    <p:sldLayoutId id="2147484313" r:id="rId4"/>
    <p:sldLayoutId id="2147484314" r:id="rId5"/>
    <p:sldLayoutId id="2147484315" r:id="rId6"/>
    <p:sldLayoutId id="2147484316" r:id="rId7"/>
    <p:sldLayoutId id="2147484327" r:id="rId8"/>
    <p:sldLayoutId id="2147484328" r:id="rId9"/>
    <p:sldLayoutId id="2147484329" r:id="rId10"/>
    <p:sldLayoutId id="2147484330" r:id="rId11"/>
    <p:sldLayoutId id="2147484331" r:id="rId12"/>
    <p:sldLayoutId id="2147484317" r:id="rId13"/>
    <p:sldLayoutId id="2147484332" r:id="rId14"/>
    <p:sldLayoutId id="2147484333" r:id="rId15"/>
    <p:sldLayoutId id="2147484334" r:id="rId16"/>
    <p:sldLayoutId id="2147484346" r:id="rId17"/>
    <p:sldLayoutId id="2147484336" r:id="rId18"/>
  </p:sldLayoutIdLst>
  <p:transition>
    <p:fade/>
  </p:transition>
  <p:txStyles>
    <p:titleStyle>
      <a:lvl1pPr algn="l" defTabSz="932742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02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n-lt"/>
          <a:ea typeface="+mn-ea"/>
          <a:cs typeface="Segoe UI" pitchFamily="34" charset="0"/>
        </a:defRPr>
      </a:lvl1pPr>
    </p:titleStyle>
    <p:bodyStyle>
      <a:lvl1pPr marL="342900" marR="0" indent="-3429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40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1pPr>
      <a:lvl2pPr marL="584200" marR="0" indent="-2413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lang="en-US" sz="2400" kern="1200" spc="0" baseline="0" dirty="0" smtClean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2pPr>
      <a:lvl3pPr marL="8001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3pPr>
      <a:lvl4pPr marL="10287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4pPr>
      <a:lvl5pPr marL="1257300" marR="0" indent="-228600" algn="l" defTabSz="932742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Segoe UI" panose="020B0502040204020203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0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554038" y="3038738"/>
            <a:ext cx="10998199" cy="915726"/>
          </a:xfrm>
          <a:noFill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6000" spc="0" dirty="0">
                <a:ln>
                  <a:noFill/>
                </a:ln>
                <a:gradFill>
                  <a:gsLst>
                    <a:gs pos="0">
                      <a:srgbClr val="50E6FF"/>
                    </a:gs>
                    <a:gs pos="100000">
                      <a:srgbClr val="D59DFF"/>
                    </a:gs>
                  </a:gsLst>
                  <a:lin ang="2400000" scaled="0"/>
                </a:gradFill>
                <a:latin typeface="Segoe UI Semibold" panose="020B0702040204020203" pitchFamily="34" charset="0"/>
                <a:cs typeface="Segoe UI Semibold" panose="020B0702040204020203" pitchFamily="34" charset="0"/>
              </a:rPr>
              <a:t>Título de la sesión</a:t>
            </a:r>
            <a:endParaRPr kumimoji="0" lang="es-ES" sz="6000" b="0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srgbClr val="50E6FF"/>
                  </a:gs>
                  <a:gs pos="100000">
                    <a:srgbClr val="D59DFF"/>
                  </a:gs>
                </a:gsLst>
                <a:lin ang="2400000" scaled="0"/>
              </a:gradFill>
              <a:effectLst/>
              <a:uLnTx/>
              <a:uFillTx/>
              <a:latin typeface="Segoe UI Semibold" panose="020B0702040204020203" pitchFamily="34" charset="0"/>
              <a:ea typeface="+mn-ea"/>
              <a:cs typeface="Segoe UI Semibold" panose="020B0702040204020203" pitchFamily="34" charset="0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noFill/>
        </p:spPr>
        <p:txBody>
          <a:bodyPr/>
          <a:lstStyle/>
          <a:p>
            <a:r>
              <a:rPr lang="pt-BR" dirty="0"/>
              <a:t>&lt;</a:t>
            </a:r>
            <a:r>
              <a:rPr lang="pt-BR" dirty="0" err="1"/>
              <a:t>Nombre</a:t>
            </a:r>
            <a:r>
              <a:rPr lang="pt-BR" dirty="0"/>
              <a:t> </a:t>
            </a:r>
            <a:r>
              <a:rPr lang="pt-BR" dirty="0" err="1"/>
              <a:t>ponente</a:t>
            </a:r>
            <a:r>
              <a:rPr lang="pt-BR" dirty="0"/>
              <a:t>&gt;</a:t>
            </a:r>
          </a:p>
          <a:p>
            <a:endParaRPr lang="pt-BR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375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FCDA05-6CA0-D8C0-6E38-0739FA7C2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165" y="871601"/>
            <a:ext cx="7206602" cy="52513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7651E1-6E84-0285-AD57-F85B785AE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88106" y="678220"/>
            <a:ext cx="4105536" cy="316731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5EEE8F3-F413-6240-15F2-F9B0C64CBF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437" y="4335463"/>
            <a:ext cx="5007873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8926D48-3CE7-46C2-8666-728A82E7E0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4487" y="4447823"/>
            <a:ext cx="1259769" cy="1259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5284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10C14-2EDA-0488-C854-0EB9B58F0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0959AA8-CA99-2A36-B6A6-2593C09B2A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302803" y="477653"/>
            <a:ext cx="7830869" cy="60392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5400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PRESENTATIONINFO" val="{&quot;DocumentId&quot;:&quot;5ba8b3c0a6087e730277a1f557cf2505&quot;,&quot;LanguageCode&quot;:&quot;en-US&quot;,&quot;SlideGuids&quot;:[&quot;6691385c-7c95-4ceb-a425-9926cfca71e8&quot;,&quot;de97757c-3c1a-4745-b1ef-335caa05544b&quot;,&quot;e139d5f8-12b1-4a80-8350-a26a2b5910cd&quot;,&quot;ac6c920e-136b-4a5a-a6ef-367b683dbb1b&quot;,&quot;daa0d3d2-2cd5-4e78-bb54-fc11c6db9253&quot;,&quot;46962400-e953-4024-a19e-0444a310dba3&quot;,&quot;06254d6c-a7df-4912-9bb4-31eee273d763&quot;,&quot;1cfe0c2c-a532-4efa-bbda-7cbc34cf675c&quot;,&quot;a3ee077e-defb-4279-9b8b-065b92610f6d&quot;,&quot;ad3a135b-4669-4cc9-a037-e0757e52531e&quot;,&quot;5851a48f-f1b6-410f-b1e4-b44fbd71804a&quot;,&quot;ef144060-6ac8-47d7-874b-14c3701bcc93&quot;,&quot;8dd6f382-bd81-4c6a-9a49-7dc9c4b5c159&quot;,&quot;5009cf6f-1661-414b-a251-6b24c2bb00dc&quot;,&quot;6e689adb-6c53-4961-a536-273ac833240c&quot;,&quot;d3db4a43-6c88-424c-9af7-ef4a3832806b&quot;,&quot;ea46fa14-710a-419a-ac6d-421939cfd643&quot;,&quot;2e735d15-b084-4560-851b-7b31c97d1b12&quot;,&quot;f57b3bdc-652c-4b9e-abd2-3bf01b9fbad9&quot;,&quot;b235f7b9-aeb3-4ab2-bc75-927b59856671&quot;,&quot;6f0813f0-9ae8-42c2-a692-25668e604762&quot;,&quot;1514ae36-a537-46e6-aa24-e9a8dd3135c9&quot;],&quot;TimeStamp&quot;:&quot;2019-03-19T10:27:34.029016-07:00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6691385c-7c95-4ceb-a425-9926cfca71e8&quot;,&quot;TimeStamp&quot;:&quot;2019-03-19T10:20:29.235869-07:00&quot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MICROSOFT_TRANSLATOR_CLM_SLIDEINFO" val="{&quot;Guid&quot;:&quot;6691385c-7c95-4ceb-a425-9926cfca71e8&quot;,&quot;TimeStamp&quot;:&quot;2019-03-19T10:20:29.235869-07:00&quot;}"/>
</p:tagLst>
</file>

<file path=ppt/theme/theme1.xml><?xml version="1.0" encoding="utf-8"?>
<a:theme xmlns:a="http://schemas.openxmlformats.org/drawingml/2006/main" name="Connect_2016_Template_Light">
  <a:themeElements>
    <a:clrScheme name="Custom 1">
      <a:dk1>
        <a:sysClr val="windowText" lastClr="000000"/>
      </a:dk1>
      <a:lt1>
        <a:sysClr val="window" lastClr="FFFFFF"/>
      </a:lt1>
      <a:dk2>
        <a:srgbClr val="001344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TUDIO_SlideTemplate_101116.potx" id="{80CCC0EE-A535-46E1-81E2-2C88D26BF2D9}" vid="{2239D6D4-FF4D-4593-B7F3-45A8D905D389}"/>
    </a:ext>
  </a:extLst>
</a:theme>
</file>

<file path=ppt/theme/theme2.xml><?xml version="1.0" encoding="utf-8"?>
<a:theme xmlns:a="http://schemas.openxmlformats.org/drawingml/2006/main" name="Connect_2016_Template_Dark">
  <a:themeElements>
    <a:clrScheme name="Custom 1">
      <a:dk1>
        <a:srgbClr val="505050"/>
      </a:dk1>
      <a:lt1>
        <a:srgbClr val="FFFFFF"/>
      </a:lt1>
      <a:dk2>
        <a:srgbClr val="0078D7"/>
      </a:dk2>
      <a:lt2>
        <a:srgbClr val="FFFFFF"/>
      </a:lt2>
      <a:accent1>
        <a:srgbClr val="0078D7"/>
      </a:accent1>
      <a:accent2>
        <a:srgbClr val="5C2D91"/>
      </a:accent2>
      <a:accent3>
        <a:srgbClr val="008272"/>
      </a:accent3>
      <a:accent4>
        <a:srgbClr val="D2D2D2"/>
      </a:accent4>
      <a:accent5>
        <a:srgbClr val="00BCF2"/>
      </a:accent5>
      <a:accent6>
        <a:srgbClr val="737373"/>
      </a:accent6>
      <a:hlink>
        <a:srgbClr val="0078D7"/>
      </a:hlink>
      <a:folHlink>
        <a:srgbClr val="0078D7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TUDIO_SlideTemplate_101116.potx" id="{80CCC0EE-A535-46E1-81E2-2C88D26BF2D9}" vid="{E2881649-9D4D-4513-9E5E-5A76199B18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Microsoft_Connect_2016_STUDIO_SlideTemplate_101416</Template>
  <TotalTime>1</TotalTime>
  <Words>10</Words>
  <Application>Microsoft Macintosh PowerPoint</Application>
  <PresentationFormat>Custom</PresentationFormat>
  <Paragraphs>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Consolas</vt:lpstr>
      <vt:lpstr>Segoe UI</vt:lpstr>
      <vt:lpstr>Segoe UI Light</vt:lpstr>
      <vt:lpstr>Segoe UI Semibold</vt:lpstr>
      <vt:lpstr>Wingdings</vt:lpstr>
      <vt:lpstr>Connect_2016_Template_Light</vt:lpstr>
      <vt:lpstr>Connect_2016_Template_Dark</vt:lpstr>
      <vt:lpstr>PowerPoint Presentation</vt:lpstr>
      <vt:lpstr>Título de la sesión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Azure 2021</dc:title>
  <dc:subject/>
  <dc:creator>David J. Rodríguez Hernández</dc:creator>
  <cp:keywords/>
  <dc:description/>
  <cp:lastModifiedBy>CSP (Admin)</cp:lastModifiedBy>
  <cp:revision>9</cp:revision>
  <dcterms:created xsi:type="dcterms:W3CDTF">2016-11-15T00:28:08Z</dcterms:created>
  <dcterms:modified xsi:type="dcterms:W3CDTF">2026-09-14T18:41:02Z</dcterms:modified>
  <cp:category/>
</cp:coreProperties>
</file>